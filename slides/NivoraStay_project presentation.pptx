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56DB-E898-6B06-7844-32B7610CD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65264-F9D1-BCBE-5189-437B7F609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37CEB-C8FF-AE77-A9BC-CFD1A8A5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1C4D-17EF-3A1D-BFC9-21FCA5A9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C699-0745-5A49-A04E-72E09896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0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7D9A-804B-A0B3-1D8B-20F62BB0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6CEA-B6F7-590E-81C4-DC08CC48A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B2350-4625-23F6-9954-0823D6A9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4CC3D-0E18-419A-360C-8D7CD666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6A034-940A-BFA6-E999-D049FCC4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27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940E-6F53-308E-93DE-055F23F6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48F4-9B90-B24B-2367-A96B0D3D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B0F0-E567-6499-54F9-D2B3BD29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0BF8A-2001-849A-A088-20D55A17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5CFC4-3570-79D4-E56B-C9E5D841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1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84FE-C9E9-AE90-D945-C18F3491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234F-66E4-6B36-03B9-1E5ED8B20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EB8A-B4B1-B089-08D6-7073F984E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F510D-D975-1051-CA48-B42071BC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8854C-390D-275B-F11D-DE5C3F2A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0BDAA-AEDE-F2D4-E9F8-D29F5893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09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5ECA-A216-48ED-7423-BE6B82E0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0CB48-6301-D396-69A1-FB39296B1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4F7CC-05E3-B9EC-BA0F-DA13D1FE0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3958F-A22E-3E0D-DBF1-72B532C48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2116B-2FDE-E2C4-BBE7-7364B2E1C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B47EC-CB83-229A-C826-DD6C3F00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6FF3A-784E-9534-86DE-A7B863FB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3AB1C-3D7E-57E5-BE1C-2F500FE0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1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B522-0F2E-DBDE-4564-2380EC7E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8C9C3-026F-541F-0C4D-06595650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4DE7E-2933-0D3D-3E88-7AF67799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BD4B-1EC1-138C-4CDB-182D24B4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8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F2710-5A39-D9A5-27F7-6CAC1CD5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929D-CC18-BDD2-34DC-A7AA8F18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BC4A-6B98-9B7B-06C4-67E29E96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1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031F-9F44-6DC4-4566-C5758DC7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2547-BB4D-F309-EB76-62A4E50C1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D13FC-AE36-2446-DF56-42A3A3F5F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B414D-52C6-BF52-4087-04575D6C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A050C-1D69-B1F8-002A-DB72B0F3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F4C4F-6F23-6488-8A49-44EC0815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01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B6DC-0D9C-D1CD-B89E-51DD5289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2A52D-B505-C14D-65EB-CB2A3D6CC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843F1-42B8-42FE-DDCD-2B940C2F2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C2D53-08BB-8740-D168-0BCD6A1A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98B8-5E0D-FE2F-3E07-45D56624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4DD57-B42F-877F-9BCB-69E7B03A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70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7D64-A6E1-E0D2-ABCD-73C6D7A0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62F68-6C09-F988-F66E-89C07A0D4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E1D4-406C-84CB-F788-30231522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CC546-A383-E8BD-4E8C-9B5D68FA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E81AF-0655-B2E7-6D6E-3B31FE04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54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71280-191C-B921-00B4-FBFEEE099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FD45E-40E4-7EC4-B5E8-B283F8585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B01EF-CE36-C3E4-B9A9-CBCBA373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46ABA-7349-B793-10A7-173A5FF7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46A2-086B-0316-D2A8-5AAF45DC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CC569-6501-1EC8-9B27-65F3DEE3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623C4-467C-72DB-BB2C-D2A3CC093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0D3AA-584E-E496-8C48-7D1956B99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7CB3-6A5C-D7A9-D954-B6E61F192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61BA4-56FE-EDF0-0B9A-671011D49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5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98A0A94-DBA7-921C-A9BD-146E70952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693" y="2213745"/>
            <a:ext cx="10296939" cy="378154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booking systems cause double booking and poor data management. It also lacks real-time validation, leading to errors in room availability and booking management.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  <a:br>
              <a:rPr lang="en-US" dirty="0"/>
            </a:br>
            <a:r>
              <a:rPr lang="en-US" dirty="0"/>
              <a:t>Hotel staff and Administrators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/>
              <a:t>Student Name: </a:t>
            </a:r>
            <a:r>
              <a:rPr lang="en-IN" dirty="0"/>
              <a:t>Swastika Das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Roll No: 31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dirty="0"/>
              <a:t>Advanced Programming (OOP)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3B05C2-2D5F-4348-6B81-E3781780AAC8}"/>
              </a:ext>
            </a:extLst>
          </p:cNvPr>
          <p:cNvSpPr/>
          <p:nvPr/>
        </p:nvSpPr>
        <p:spPr>
          <a:xfrm>
            <a:off x="414793" y="294196"/>
            <a:ext cx="11407471" cy="141930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BE85F-98E7-E89C-2D86-B19BE3D48912}"/>
              </a:ext>
            </a:extLst>
          </p:cNvPr>
          <p:cNvSpPr txBox="1"/>
          <p:nvPr/>
        </p:nvSpPr>
        <p:spPr>
          <a:xfrm>
            <a:off x="534062" y="711461"/>
            <a:ext cx="11288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latin typeface="Algerian" panose="04020705040A02060702" pitchFamily="82" charset="0"/>
              </a:rPr>
              <a:t>NivoraStay</a:t>
            </a:r>
            <a:r>
              <a:rPr lang="en-IN" sz="3200" dirty="0">
                <a:latin typeface="Algerian" panose="04020705040A02060702" pitchFamily="82" charset="0"/>
              </a:rPr>
              <a:t> – Intelligent Hotel Reservation System</a:t>
            </a:r>
          </a:p>
        </p:txBody>
      </p:sp>
    </p:spTree>
    <p:extLst>
      <p:ext uri="{BB962C8B-B14F-4D97-AF65-F5344CB8AC3E}">
        <p14:creationId xmlns:p14="http://schemas.microsoft.com/office/powerpoint/2010/main" val="274788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4EBB-F6B0-8A40-FF19-E03FCF61B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156" y="1377505"/>
            <a:ext cx="9459402" cy="957398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 </a:t>
            </a:r>
            <a:r>
              <a:rPr lang="en-IN" sz="4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(High-level architecture diagram)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7879F-D688-D71F-DC5C-A8CCE9663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167" y="5671977"/>
            <a:ext cx="9144000" cy="365958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br>
              <a:rPr lang="en-US" dirty="0"/>
            </a:br>
            <a:r>
              <a:rPr lang="en-US" dirty="0"/>
              <a:t>Main → </a:t>
            </a:r>
            <a:r>
              <a:rPr lang="en-US" dirty="0" err="1"/>
              <a:t>BookingManager</a:t>
            </a:r>
            <a:r>
              <a:rPr lang="en-US" dirty="0"/>
              <a:t> → Room / Booking / Customer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B0AE2-2ABC-9C8B-C24F-DEE1E3917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63" y="1875657"/>
            <a:ext cx="7376607" cy="36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8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7849-EBD1-E825-141B-B068D2192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332" y="300162"/>
            <a:ext cx="8810045" cy="636899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Classes &amp; Responsibilities: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 – base class for room types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– stores user data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Booking – links room and customer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BookingManager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all operations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Structure: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model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Room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DeluxeRoom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PremiumRoom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Customer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Booking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service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sz="2400" dirty="0" err="1"/>
              <a:t>BookingManager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main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sz="2400" dirty="0"/>
              <a:t>Main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3B1CD-1A18-EBEF-322B-1FD1EAE80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581" y="3191717"/>
            <a:ext cx="2861565" cy="206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0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1D78-DFCC-AAF2-4356-87BEA2CA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33331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Concepts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6ABE-74BF-F1DE-1C6C-CD0DB2801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Encapsulation:</a:t>
            </a:r>
          </a:p>
          <a:p>
            <a:pPr marL="0" indent="0">
              <a:buNone/>
            </a:pPr>
            <a:r>
              <a:rPr lang="en-IN" dirty="0"/>
              <a:t>        Customer data is private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Inheritance: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StandardRoom</a:t>
            </a:r>
            <a:r>
              <a:rPr lang="en-IN" dirty="0"/>
              <a:t>, </a:t>
            </a:r>
            <a:r>
              <a:rPr lang="en-IN" dirty="0" err="1"/>
              <a:t>DeluxeRoom</a:t>
            </a:r>
            <a:r>
              <a:rPr lang="en-IN" dirty="0"/>
              <a:t>, </a:t>
            </a:r>
            <a:r>
              <a:rPr lang="en-IN" dirty="0" err="1"/>
              <a:t>PremiumRoom</a:t>
            </a:r>
            <a:r>
              <a:rPr lang="en-IN" dirty="0"/>
              <a:t> extend Room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Polymorphism:</a:t>
            </a:r>
          </a:p>
          <a:p>
            <a:pPr marL="0" indent="0">
              <a:buNone/>
            </a:pPr>
            <a:r>
              <a:rPr lang="en-IN" dirty="0"/>
              <a:t>          Room reference used for different room types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Collections: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</a:t>
            </a:r>
            <a:r>
              <a:rPr lang="en-IN" dirty="0" err="1"/>
              <a:t>ArrayList</a:t>
            </a:r>
            <a:r>
              <a:rPr lang="en-IN" dirty="0"/>
              <a:t> → bookings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HashMap → customers</a:t>
            </a:r>
          </a:p>
        </p:txBody>
      </p:sp>
    </p:spTree>
    <p:extLst>
      <p:ext uri="{BB962C8B-B14F-4D97-AF65-F5344CB8AC3E}">
        <p14:creationId xmlns:p14="http://schemas.microsoft.com/office/powerpoint/2010/main" val="377862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6949-973C-DA01-1302-8EBF2D50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24" y="35503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HIGHLIGHT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D3F9-7445-7721-EBCA-82CA30BC3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324" y="1113183"/>
            <a:ext cx="10515600" cy="51830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1: </a:t>
            </a:r>
            <a:r>
              <a:rPr lang="en-US" sz="3600" dirty="0"/>
              <a:t>Prevent Double Booking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</a:p>
          <a:p>
            <a:r>
              <a:rPr lang="en-US" sz="3600" dirty="0"/>
              <a:t>Before confirming a booking, the system checks if the room is available.</a:t>
            </a:r>
          </a:p>
          <a:p>
            <a:pPr marL="0" indent="0">
              <a:buNone/>
            </a:pPr>
            <a:r>
              <a:rPr lang="en-US" sz="3600" dirty="0"/>
              <a:t>       if (!</a:t>
            </a:r>
            <a:r>
              <a:rPr lang="en-US" sz="3600" dirty="0" err="1"/>
              <a:t>isRoomAvailable</a:t>
            </a:r>
            <a:r>
              <a:rPr lang="en-US" sz="3600" dirty="0"/>
              <a:t>(</a:t>
            </a:r>
            <a:r>
              <a:rPr lang="en-US" sz="3600" dirty="0" err="1"/>
              <a:t>roomNumber</a:t>
            </a:r>
            <a:r>
              <a:rPr lang="en-US" sz="3600" dirty="0"/>
              <a:t>)) {</a:t>
            </a:r>
          </a:p>
          <a:p>
            <a:pPr marL="0" indent="0">
              <a:buNone/>
            </a:pPr>
            <a:r>
              <a:rPr lang="en-US" sz="3600" dirty="0"/>
              <a:t>            → Display “Room already booked”}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2: </a:t>
            </a:r>
            <a:r>
              <a:rPr lang="en-US" sz="3600" dirty="0"/>
              <a:t>Booking Cancellation</a:t>
            </a:r>
            <a:br>
              <a:rPr lang="en-US" sz="3600" dirty="0"/>
            </a:br>
            <a:r>
              <a:rPr lang="en-US" sz="3600" dirty="0"/>
              <a:t>• Allows users to cancel booking using ID</a:t>
            </a:r>
            <a:br>
              <a:rPr lang="en-US" sz="3600" dirty="0"/>
            </a:br>
            <a:r>
              <a:rPr lang="en-US" sz="3600" dirty="0"/>
              <a:t>• Updates room availability automatically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/>
              <a:t>Why this approach?</a:t>
            </a:r>
          </a:p>
          <a:p>
            <a:pPr marL="0" indent="0">
              <a:buNone/>
            </a:pPr>
            <a:r>
              <a:rPr lang="en-US" sz="3600" dirty="0"/>
              <a:t>         • Ensures flexibility for users</a:t>
            </a:r>
            <a:br>
              <a:rPr lang="en-US" sz="3600" dirty="0"/>
            </a:br>
            <a:r>
              <a:rPr lang="en-US" sz="3600" dirty="0"/>
              <a:t>         • Maintains accurate booking records</a:t>
            </a:r>
            <a:br>
              <a:rPr lang="en-US" sz="3600" dirty="0"/>
            </a:br>
            <a:r>
              <a:rPr lang="en-US" sz="3600" dirty="0"/>
              <a:t>         • Improves system reliability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458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484F-2110-2B13-DFF7-9738464D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Demo:</a:t>
            </a:r>
            <a:endParaRPr lang="en-IN" sz="4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EEB7-5AB4-6E97-39DB-0192363DD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111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Steps: </a:t>
            </a:r>
            <a:br>
              <a:rPr lang="en-US" dirty="0"/>
            </a:br>
            <a:r>
              <a:rPr lang="en-US" sz="2000" dirty="0"/>
              <a:t>1. Add Customer</a:t>
            </a:r>
            <a:br>
              <a:rPr lang="en-US" sz="2000" dirty="0"/>
            </a:br>
            <a:r>
              <a:rPr lang="en-US" sz="2000" dirty="0"/>
              <a:t>2. Book Room</a:t>
            </a:r>
            <a:br>
              <a:rPr lang="en-US" sz="2000" dirty="0"/>
            </a:br>
            <a:r>
              <a:rPr lang="en-US" sz="2000" dirty="0"/>
              <a:t>3. View Booking Details</a:t>
            </a:r>
            <a:br>
              <a:rPr lang="en-US" sz="2000" dirty="0"/>
            </a:br>
            <a:r>
              <a:rPr lang="en-US" sz="2000" dirty="0"/>
              <a:t>4. Cancel Booking</a:t>
            </a:r>
            <a:br>
              <a:rPr lang="en-US" sz="2000" dirty="0"/>
            </a:br>
            <a:r>
              <a:rPr lang="en-US" sz="2000" dirty="0"/>
              <a:t>5. Error Handling</a:t>
            </a:r>
            <a:br>
              <a:rPr lang="en-US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6B186-A561-722C-7E41-E811925D1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53"/>
          <a:stretch>
            <a:fillRect/>
          </a:stretch>
        </p:blipFill>
        <p:spPr>
          <a:xfrm>
            <a:off x="5363033" y="1651925"/>
            <a:ext cx="2723984" cy="15746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5084D0-90D4-DAD5-0738-147A0F35C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033" y="3534704"/>
            <a:ext cx="2504451" cy="16513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441471-3EF1-B938-A592-5E471C9EE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21"/>
          <a:stretch>
            <a:fillRect/>
          </a:stretch>
        </p:blipFill>
        <p:spPr>
          <a:xfrm>
            <a:off x="8411438" y="3572339"/>
            <a:ext cx="2504451" cy="16137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D83EFE-6EE5-CBC6-DC9E-A797CF374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064" y="1303887"/>
            <a:ext cx="2458171" cy="1976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4E4D03-F813-0322-EB0D-BFC91D8E6FA8}"/>
              </a:ext>
            </a:extLst>
          </p:cNvPr>
          <p:cNvSpPr txBox="1"/>
          <p:nvPr/>
        </p:nvSpPr>
        <p:spPr>
          <a:xfrm>
            <a:off x="838200" y="3062403"/>
            <a:ext cx="399950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Demonstration:</a:t>
            </a:r>
            <a:br>
              <a:rPr lang="en-US" dirty="0"/>
            </a:br>
            <a:r>
              <a:rPr lang="en-US" dirty="0"/>
              <a:t>• Successfully booked a room and displayed booking details</a:t>
            </a:r>
            <a:br>
              <a:rPr lang="en-US" dirty="0"/>
            </a:br>
            <a:r>
              <a:rPr lang="en-US" dirty="0"/>
              <a:t>• Cancelled booking using Booking ID</a:t>
            </a:r>
            <a:br>
              <a:rPr lang="en-US" dirty="0"/>
            </a:br>
            <a:r>
              <a:rPr lang="en-US" dirty="0"/>
              <a:t>• Verified removal of booking</a:t>
            </a:r>
            <a:br>
              <a:rPr lang="en-US" dirty="0"/>
            </a:br>
            <a:r>
              <a:rPr lang="en-US" dirty="0"/>
              <a:t>• Handled invalid booking with error message</a:t>
            </a:r>
          </a:p>
          <a:p>
            <a:r>
              <a:rPr lang="en-US" dirty="0"/>
              <a:t>        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FFF0F6-E2E4-F965-719D-9E9452A63BD6}"/>
              </a:ext>
            </a:extLst>
          </p:cNvPr>
          <p:cNvSpPr txBox="1"/>
          <p:nvPr/>
        </p:nvSpPr>
        <p:spPr>
          <a:xfrm>
            <a:off x="1168842" y="5062951"/>
            <a:ext cx="3482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Demonstrates validation and system reliability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9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350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  System Design: (High-level architecture diagram) </vt:lpstr>
      <vt:lpstr>PowerPoint Presentation</vt:lpstr>
      <vt:lpstr>OOP Concepts Used</vt:lpstr>
      <vt:lpstr>TECHNICAL HIGHLIGHT </vt:lpstr>
      <vt:lpstr>Live Demo: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dassrejan@hotmail.com</dc:creator>
  <cp:lastModifiedBy>dassrejan@hotmail.com</cp:lastModifiedBy>
  <cp:revision>7</cp:revision>
  <dcterms:created xsi:type="dcterms:W3CDTF">2026-03-22T07:12:00Z</dcterms:created>
  <dcterms:modified xsi:type="dcterms:W3CDTF">2026-03-22T10:56:17Z</dcterms:modified>
</cp:coreProperties>
</file>