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96" d="100"/>
          <a:sy n="96" d="100"/>
        </p:scale>
        <p:origin x="8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156DB-E898-6B06-7844-32B7610CDA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A65264-F9D1-BCBE-5189-437B7F609A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237CEB-C8FF-AE77-A9BC-CFD1A8A55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2CF35E-F180-48B5-9952-6F4F9AE12602}" type="datetimeFigureOut">
              <a:rPr lang="en-IN" smtClean="0"/>
              <a:t>22-03-2026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031C4D-17EF-3A1D-BFC9-21FCA5A91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62C699-0745-5A49-A04E-72E098962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51377-56E8-4EB7-B956-88F1938F5E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0506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F7D9A-804B-A0B3-1D8B-20F62BB09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436CEA-B6F7-590E-81C4-DC08CC48AD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8B2350-4625-23F6-9954-0823D6A9B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2CF35E-F180-48B5-9952-6F4F9AE12602}" type="datetimeFigureOut">
              <a:rPr lang="en-IN" smtClean="0"/>
              <a:t>22-03-2026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B4CC3D-0E18-419A-360C-8D7CD666A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46A034-940A-BFA6-E999-D049FCC45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51377-56E8-4EB7-B956-88F1938F5E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92761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2940E-6F53-308E-93DE-055F23F68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3C48F4-9B90-B24B-2367-A96B0D3D25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65B0F0-E567-6499-54F9-D2B3BD290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2CF35E-F180-48B5-9952-6F4F9AE12602}" type="datetimeFigureOut">
              <a:rPr lang="en-IN" smtClean="0"/>
              <a:t>22-03-2026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0BF8A-2001-849A-A088-20D55A179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35CFC4-3570-79D4-E56B-C9E5D841C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51377-56E8-4EB7-B956-88F1938F5E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41666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C84FE-C9E9-AE90-D945-C18F34912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E234F-66E4-6B36-03B9-1E5ED8B20F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2FEB8A-B4B1-B089-08D6-7073F984E3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4F510D-D975-1051-CA48-B42071BC5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2CF35E-F180-48B5-9952-6F4F9AE12602}" type="datetimeFigureOut">
              <a:rPr lang="en-IN" smtClean="0"/>
              <a:t>22-03-2026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28854C-390D-275B-F11D-DE5C3F2A2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0BDAA-AEDE-F2D4-E9F8-D29F5893C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51377-56E8-4EB7-B956-88F1938F5E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90993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85ECA-A216-48ED-7423-BE6B82E08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70CB48-6301-D396-69A1-FB39296B19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64F7CC-05E3-B9EC-BA0F-DA13D1FE01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83958F-A22E-3E0D-DBF1-72B532C483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E2116B-2FDE-E2C4-BBE7-7364B2E1CD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4B47EC-CB83-229A-C826-DD6C3F00F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2CF35E-F180-48B5-9952-6F4F9AE12602}" type="datetimeFigureOut">
              <a:rPr lang="en-IN" smtClean="0"/>
              <a:t>22-03-2026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A56FF3A-784E-9534-86DE-A7B863FB0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C3AB1C-3D7E-57E5-BE1C-2F500FE0B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51377-56E8-4EB7-B956-88F1938F5E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3616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5B522-0F2E-DBDE-4564-2380EC7E9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98C9C3-026F-541F-0C4D-065956501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2CF35E-F180-48B5-9952-6F4F9AE12602}" type="datetimeFigureOut">
              <a:rPr lang="en-IN" smtClean="0"/>
              <a:t>22-03-2026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44DE7E-2933-0D3D-3E88-7AF677994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1DBD4B-1EC1-138C-4CDB-182D24B47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51377-56E8-4EB7-B956-88F1938F5E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0582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4F2710-5A39-D9A5-27F7-6CAC1CD5B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2CF35E-F180-48B5-9952-6F4F9AE12602}" type="datetimeFigureOut">
              <a:rPr lang="en-IN" smtClean="0"/>
              <a:t>22-03-2026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E8929D-CC18-BDD2-34DC-A7AA8F18B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55BC4A-6B98-9B7B-06C4-67E29E96C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51377-56E8-4EB7-B956-88F1938F5E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05172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7031F-9F44-6DC4-4566-C5758DC70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02547-BB4D-F309-EB76-62A4E50C1A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FD13FC-AE36-2446-DF56-42A3A3F5F5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DB414D-52C6-BF52-4087-04575D6C3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2CF35E-F180-48B5-9952-6F4F9AE12602}" type="datetimeFigureOut">
              <a:rPr lang="en-IN" smtClean="0"/>
              <a:t>22-03-2026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8A050C-1D69-B1F8-002A-DB72B0F36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0F4C4F-6F23-6488-8A49-44EC08158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51377-56E8-4EB7-B956-88F1938F5E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10187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FB6DC-0D9C-D1CD-B89E-51DD5289F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32A52D-B505-C14D-65EB-CB2A3D6CC2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B843F1-42B8-42FE-DDCD-2B940C2F28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FC2D53-08BB-8740-D168-0BCD6A1A5A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2CF35E-F180-48B5-9952-6F4F9AE12602}" type="datetimeFigureOut">
              <a:rPr lang="en-IN" smtClean="0"/>
              <a:t>22-03-2026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F998B8-5E0D-FE2F-3E07-45D56624E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A4DD57-B42F-877F-9BCB-69E7B03A1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51377-56E8-4EB7-B956-88F1938F5E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27066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87D64-A6E1-E0D2-ABCD-73C6D7A0E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F62F68-6C09-F988-F66E-89C07A0D4F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26E1D4-406C-84CB-F788-30231522E1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2CF35E-F180-48B5-9952-6F4F9AE12602}" type="datetimeFigureOut">
              <a:rPr lang="en-IN" smtClean="0"/>
              <a:t>22-03-2026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CC546-A383-E8BD-4E8C-9B5D68FAC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9E81AF-0655-B2E7-6D6E-3B31FE04E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51377-56E8-4EB7-B956-88F1938F5E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15463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5D71280-191C-B921-00B4-FBFEEE099E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BFD45E-40E4-7EC4-B5E8-B283F85851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EB01EF-CE36-C3E4-B9A9-CBCBA3733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2CF35E-F180-48B5-9952-6F4F9AE12602}" type="datetimeFigureOut">
              <a:rPr lang="en-IN" smtClean="0"/>
              <a:t>22-03-2026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F46ABA-7349-B793-10A7-173A5FF72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1346A2-086B-0316-D2A8-5AAF45DC3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51377-56E8-4EB7-B956-88F1938F5E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6734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1CC569-6501-1EC8-9B27-65F3DEE33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4623C4-467C-72DB-BB2C-D2A3CC093E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E0D3AA-584E-E496-8C48-7D1956B990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2CF35E-F180-48B5-9952-6F4F9AE12602}" type="datetimeFigureOut">
              <a:rPr lang="en-IN" smtClean="0"/>
              <a:t>22-03-2026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ED7CB3-6A5C-D7A9-D954-B6E61F1929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F61BA4-56FE-EDF0-0B9A-671011D492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351377-56E8-4EB7-B956-88F1938F5E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350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C98A0A94-DBA7-921C-A9BD-146E70952F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29693" y="2213745"/>
            <a:ext cx="10296939" cy="3781540"/>
          </a:xfrm>
        </p:spPr>
        <p:txBody>
          <a:bodyPr>
            <a:normAutofit fontScale="92500" lnSpcReduction="10000"/>
          </a:bodyPr>
          <a:lstStyle/>
          <a:p>
            <a:pPr marL="342900" indent="-342900" algn="l">
              <a:buFont typeface="Wingdings" panose="05000000000000000000" pitchFamily="2" charset="2"/>
              <a:buChar char="q"/>
            </a:pPr>
            <a:r>
              <a:rPr lang="en-US" b="1" i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Problem:</a:t>
            </a:r>
            <a:br>
              <a:rPr lang="en-US" dirty="0"/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booking systems cause double booking and poor data management. It also lacks real-time validation, leading to errors in room availability and booking management.</a:t>
            </a:r>
          </a:p>
          <a:p>
            <a:pPr marL="342900" indent="-342900" algn="l">
              <a:buFont typeface="Wingdings" panose="05000000000000000000" pitchFamily="2" charset="2"/>
              <a:buChar char="q"/>
            </a:pPr>
            <a:r>
              <a:rPr lang="en-US" b="1" i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Users:</a:t>
            </a:r>
            <a:br>
              <a:rPr lang="en-US" dirty="0"/>
            </a:br>
            <a:r>
              <a:rPr lang="en-US" dirty="0"/>
              <a:t>Hotel staff and Administrators</a:t>
            </a:r>
          </a:p>
          <a:p>
            <a:pPr algn="l"/>
            <a:endParaRPr lang="en-US" dirty="0"/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I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Name: </a:t>
            </a:r>
            <a:r>
              <a:rPr lang="en-IN" dirty="0"/>
              <a:t>Swastika Das</a:t>
            </a: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I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Roll No: </a:t>
            </a:r>
            <a:r>
              <a:rPr lang="en-IN" dirty="0"/>
              <a:t>31</a:t>
            </a: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I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Course Name: </a:t>
            </a:r>
            <a:r>
              <a:rPr lang="en-IN" dirty="0"/>
              <a:t>Advanced Programming (OOP)</a:t>
            </a:r>
            <a:br>
              <a:rPr lang="en-IN" dirty="0"/>
            </a:br>
            <a:endParaRPr lang="en-IN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23B05C2-2D5F-4348-6B81-E3781780AAC8}"/>
              </a:ext>
            </a:extLst>
          </p:cNvPr>
          <p:cNvSpPr/>
          <p:nvPr/>
        </p:nvSpPr>
        <p:spPr>
          <a:xfrm>
            <a:off x="414793" y="294196"/>
            <a:ext cx="11407471" cy="1419307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4BE85F-98E7-E89C-2D86-B19BE3D48912}"/>
              </a:ext>
            </a:extLst>
          </p:cNvPr>
          <p:cNvSpPr txBox="1"/>
          <p:nvPr/>
        </p:nvSpPr>
        <p:spPr>
          <a:xfrm>
            <a:off x="534062" y="711461"/>
            <a:ext cx="112882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dirty="0" err="1">
                <a:latin typeface="Algerian" panose="04020705040A02060702" pitchFamily="82" charset="0"/>
              </a:rPr>
              <a:t>NivoraStay</a:t>
            </a:r>
            <a:r>
              <a:rPr lang="en-IN" sz="3200" dirty="0">
                <a:latin typeface="Algerian" panose="04020705040A02060702" pitchFamily="82" charset="0"/>
              </a:rPr>
              <a:t> – Intelligent Hotel Reservation System</a:t>
            </a:r>
          </a:p>
        </p:txBody>
      </p:sp>
    </p:spTree>
    <p:extLst>
      <p:ext uri="{BB962C8B-B14F-4D97-AF65-F5344CB8AC3E}">
        <p14:creationId xmlns:p14="http://schemas.microsoft.com/office/powerpoint/2010/main" val="2747880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F4EBB-F6B0-8A40-FF19-E03FCF61BF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4156" y="1377505"/>
            <a:ext cx="9459402" cy="957398"/>
          </a:xfrm>
        </p:spPr>
        <p:txBody>
          <a:bodyPr>
            <a:normAutofit fontScale="90000"/>
          </a:bodyPr>
          <a:lstStyle/>
          <a:p>
            <a:br>
              <a:rPr lang="en-IN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Design: </a:t>
            </a:r>
            <a:r>
              <a:rPr lang="en-IN" sz="4400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(High-level architecture diagram)</a:t>
            </a:r>
            <a:br>
              <a:rPr lang="en-IN" sz="4400" dirty="0"/>
            </a:br>
            <a:endParaRPr lang="en-IN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67879F-D688-D71F-DC5C-A8CCE96635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3167" y="5671977"/>
            <a:ext cx="9144000" cy="3659588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Architecture:</a:t>
            </a:r>
            <a:br>
              <a:rPr lang="en-US" dirty="0"/>
            </a:br>
            <a:r>
              <a:rPr lang="en-US" dirty="0"/>
              <a:t>Main → </a:t>
            </a:r>
            <a:r>
              <a:rPr lang="en-US" dirty="0" err="1"/>
              <a:t>BookingManager</a:t>
            </a:r>
            <a:r>
              <a:rPr lang="en-US" dirty="0"/>
              <a:t> → Room / Booking / Customer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3B0AE2-2ABC-9C8B-C24F-DEE1E39175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6863" y="1820907"/>
            <a:ext cx="7376607" cy="3659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3880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527849-EBD1-E825-141B-B068D21921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332" y="300162"/>
            <a:ext cx="8810045" cy="6368996"/>
          </a:xfrm>
        </p:spPr>
        <p:txBody>
          <a:bodyPr>
            <a:normAutofit fontScale="85000" lnSpcReduction="20000"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b="1" i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Classes &amp; Responsibilities: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Room – base class for room types</a:t>
            </a:r>
            <a:b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Customer – stores user data</a:t>
            </a:r>
            <a:b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Booking – links room and customer</a:t>
            </a:r>
            <a:b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US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BookingManager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controls all operations</a:t>
            </a:r>
          </a:p>
          <a:p>
            <a:pPr marL="0" indent="0">
              <a:buNone/>
            </a:pP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b="1" i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Package Structure: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 model</a:t>
            </a:r>
          </a:p>
          <a:p>
            <a:pPr marL="0" indent="0">
              <a:buNone/>
            </a:pPr>
            <a:r>
              <a:rPr lang="en-US" dirty="0"/>
              <a:t> 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Room</a:t>
            </a: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-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StandardRoom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-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DeluxeRoom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-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PremiumRoom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- Customer</a:t>
            </a: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Booking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 </a:t>
            </a:r>
            <a:r>
              <a:rPr lang="en-US" b="1" dirty="0"/>
              <a:t>service</a:t>
            </a:r>
          </a:p>
          <a:p>
            <a:pPr marL="0" indent="0">
              <a:buNone/>
            </a:pPr>
            <a:r>
              <a:rPr lang="en-US" dirty="0"/>
              <a:t> - </a:t>
            </a:r>
            <a:r>
              <a:rPr lang="en-US" sz="2400" dirty="0" err="1"/>
              <a:t>BookingManager</a:t>
            </a:r>
            <a:endParaRPr lang="en-US" sz="2400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 main</a:t>
            </a:r>
          </a:p>
          <a:p>
            <a:pPr marL="0" indent="0">
              <a:buNone/>
            </a:pPr>
            <a:r>
              <a:rPr lang="en-US" dirty="0"/>
              <a:t> - </a:t>
            </a:r>
            <a:r>
              <a:rPr lang="en-US" sz="2400" dirty="0"/>
              <a:t>Main</a:t>
            </a:r>
            <a:endParaRPr lang="en-IN" sz="2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F3B1CD-1A18-EBEF-322B-1FD1EAE80D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8070" y="2992934"/>
            <a:ext cx="2861565" cy="20606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4A7A247-1106-98D9-D157-2934B38E92C1}"/>
              </a:ext>
            </a:extLst>
          </p:cNvPr>
          <p:cNvSpPr txBox="1"/>
          <p:nvPr/>
        </p:nvSpPr>
        <p:spPr>
          <a:xfrm>
            <a:off x="8846278" y="5152446"/>
            <a:ext cx="256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(Project Folder Structure)</a:t>
            </a:r>
          </a:p>
        </p:txBody>
      </p:sp>
    </p:spTree>
    <p:extLst>
      <p:ext uri="{BB962C8B-B14F-4D97-AF65-F5344CB8AC3E}">
        <p14:creationId xmlns:p14="http://schemas.microsoft.com/office/powerpoint/2010/main" val="995508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31D78-DFCC-AAF2-4356-87BEA2CAE0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1080" y="333319"/>
            <a:ext cx="10515600" cy="1325563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OOP Concepts Used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E16ABE-74BF-F1DE-1C6C-CD0DB2801C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IN" b="1" u="sng" dirty="0"/>
              <a:t>Encapsulation:</a:t>
            </a:r>
          </a:p>
          <a:p>
            <a:pPr marL="0" indent="0">
              <a:buNone/>
            </a:pPr>
            <a:r>
              <a:rPr lang="en-IN" dirty="0"/>
              <a:t>        Customer data is private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b="1" u="sng" dirty="0"/>
              <a:t>Inheritance:</a:t>
            </a:r>
          </a:p>
          <a:p>
            <a:pPr marL="0" indent="0">
              <a:buNone/>
            </a:pPr>
            <a:r>
              <a:rPr lang="en-IN" dirty="0"/>
              <a:t>        </a:t>
            </a:r>
            <a:r>
              <a:rPr lang="en-IN" dirty="0" err="1"/>
              <a:t>StandardRoom</a:t>
            </a:r>
            <a:r>
              <a:rPr lang="en-IN" dirty="0"/>
              <a:t>, </a:t>
            </a:r>
            <a:r>
              <a:rPr lang="en-IN" dirty="0" err="1"/>
              <a:t>DeluxeRoom</a:t>
            </a:r>
            <a:r>
              <a:rPr lang="en-IN" dirty="0"/>
              <a:t>, </a:t>
            </a:r>
            <a:r>
              <a:rPr lang="en-IN" dirty="0" err="1"/>
              <a:t>PremiumRoom</a:t>
            </a:r>
            <a:r>
              <a:rPr lang="en-IN" dirty="0"/>
              <a:t> extend Room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b="1" u="sng" dirty="0"/>
              <a:t>Polymorphism:</a:t>
            </a:r>
          </a:p>
          <a:p>
            <a:pPr marL="0" indent="0">
              <a:buNone/>
            </a:pPr>
            <a:r>
              <a:rPr lang="en-IN" dirty="0"/>
              <a:t>          Room reference used for different room types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b="1" u="sng" dirty="0"/>
              <a:t>Collections: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   </a:t>
            </a:r>
            <a:r>
              <a:rPr lang="en-IN" dirty="0" err="1"/>
              <a:t>ArrayList</a:t>
            </a:r>
            <a:r>
              <a:rPr lang="en-IN" dirty="0"/>
              <a:t> → bookings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   HashMap → customers</a:t>
            </a:r>
          </a:p>
        </p:txBody>
      </p:sp>
    </p:spTree>
    <p:extLst>
      <p:ext uri="{BB962C8B-B14F-4D97-AF65-F5344CB8AC3E}">
        <p14:creationId xmlns:p14="http://schemas.microsoft.com/office/powerpoint/2010/main" val="37786253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E6949-973C-DA01-1302-8EBF2D505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1324" y="355034"/>
            <a:ext cx="10515600" cy="1325563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TECHNICAL HIGHLIGHT</a:t>
            </a:r>
            <a:br>
              <a:rPr lang="en-US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F8D3F9-7445-7721-EBCA-82CA30BC39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1324" y="1113183"/>
            <a:ext cx="10515600" cy="5183049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endParaRPr lang="en-US" sz="3600" dirty="0"/>
          </a:p>
          <a:p>
            <a:pPr>
              <a:buFont typeface="Wingdings" panose="05000000000000000000" pitchFamily="2" charset="2"/>
              <a:buChar char="q"/>
            </a:pPr>
            <a:r>
              <a:rPr lang="en-US" sz="3600" b="1" i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1: </a:t>
            </a:r>
            <a:r>
              <a:rPr lang="en-US" sz="3600" dirty="0"/>
              <a:t>Prevent Double Booking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3600" b="1" i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Logic:</a:t>
            </a:r>
          </a:p>
          <a:p>
            <a:r>
              <a:rPr lang="en-US" sz="3600" dirty="0"/>
              <a:t>Before confirming a booking, the system checks if the room is available.</a:t>
            </a:r>
          </a:p>
          <a:p>
            <a:pPr marL="0" indent="0">
              <a:buNone/>
            </a:pPr>
            <a:r>
              <a:rPr lang="en-US" sz="3600" dirty="0"/>
              <a:t>       if (!</a:t>
            </a:r>
            <a:r>
              <a:rPr lang="en-US" sz="3600" dirty="0" err="1"/>
              <a:t>isRoomAvailable</a:t>
            </a:r>
            <a:r>
              <a:rPr lang="en-US" sz="3600" dirty="0"/>
              <a:t>(</a:t>
            </a:r>
            <a:r>
              <a:rPr lang="en-US" sz="3600" dirty="0" err="1"/>
              <a:t>roomNumber</a:t>
            </a:r>
            <a:r>
              <a:rPr lang="en-US" sz="3600" dirty="0"/>
              <a:t>)) {</a:t>
            </a:r>
          </a:p>
          <a:p>
            <a:pPr marL="0" indent="0">
              <a:buNone/>
            </a:pPr>
            <a:r>
              <a:rPr lang="en-US" sz="3600" dirty="0"/>
              <a:t>            → Display “Room already booked”}</a:t>
            </a:r>
          </a:p>
          <a:p>
            <a:pPr marL="0" indent="0">
              <a:buNone/>
            </a:pPr>
            <a:endParaRPr lang="en-US" sz="3600" dirty="0"/>
          </a:p>
          <a:p>
            <a:pPr marL="0" indent="0">
              <a:buNone/>
            </a:pPr>
            <a:r>
              <a:rPr lang="en-US" sz="3600" b="1" i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2: </a:t>
            </a:r>
            <a:r>
              <a:rPr lang="en-US" sz="3600" dirty="0"/>
              <a:t>Booking Cancellation</a:t>
            </a:r>
            <a:br>
              <a:rPr lang="en-US" sz="3600" dirty="0"/>
            </a:br>
            <a:r>
              <a:rPr lang="en-US" sz="3600" dirty="0"/>
              <a:t>• Allows users to cancel booking using ID</a:t>
            </a:r>
            <a:br>
              <a:rPr lang="en-US" sz="3600" dirty="0"/>
            </a:br>
            <a:r>
              <a:rPr lang="en-US" sz="3600" dirty="0"/>
              <a:t>• Updates room availability automatically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3600" b="1" i="1" u="sng" dirty="0"/>
              <a:t>Why this approach?</a:t>
            </a:r>
          </a:p>
          <a:p>
            <a:pPr marL="0" indent="0">
              <a:buNone/>
            </a:pPr>
            <a:r>
              <a:rPr lang="en-US" sz="3600" dirty="0"/>
              <a:t>         • Ensures flexibility for users</a:t>
            </a:r>
            <a:br>
              <a:rPr lang="en-US" sz="3600" dirty="0"/>
            </a:br>
            <a:r>
              <a:rPr lang="en-US" sz="3600" dirty="0"/>
              <a:t>         • Maintains accurate booking records</a:t>
            </a:r>
            <a:br>
              <a:rPr lang="en-US" sz="3600" dirty="0"/>
            </a:br>
            <a:r>
              <a:rPr lang="en-US" sz="3600" dirty="0"/>
              <a:t>         • Improves system reliability</a:t>
            </a:r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64580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C484F-2110-2B13-DFF7-9738464D6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>
            <a:normAutofit/>
          </a:bodyPr>
          <a:lstStyle/>
          <a:p>
            <a:r>
              <a:rPr lang="en-IN" sz="48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Live Demo:</a:t>
            </a:r>
            <a:endParaRPr lang="en-IN" sz="48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4AEEB7-5AB4-6E97-39DB-0192363DD5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7111"/>
            <a:ext cx="10515600" cy="4351338"/>
          </a:xfrm>
        </p:spPr>
        <p:txBody>
          <a:bodyPr/>
          <a:lstStyle/>
          <a:p>
            <a:pPr>
              <a:buFont typeface="Wingdings" panose="05000000000000000000" pitchFamily="2" charset="2"/>
              <a:buChar char="q"/>
            </a:pPr>
            <a:r>
              <a:rPr lang="en-IN" b="1" u="sng" dirty="0"/>
              <a:t>Steps: </a:t>
            </a:r>
            <a:br>
              <a:rPr lang="en-US" dirty="0"/>
            </a:br>
            <a:r>
              <a:rPr lang="en-US" sz="2000" dirty="0"/>
              <a:t>1. Add Customer</a:t>
            </a:r>
            <a:br>
              <a:rPr lang="en-US" sz="2000" dirty="0"/>
            </a:br>
            <a:r>
              <a:rPr lang="en-US" sz="2000" dirty="0"/>
              <a:t>2. Book Room</a:t>
            </a:r>
            <a:br>
              <a:rPr lang="en-US" sz="2000" dirty="0"/>
            </a:br>
            <a:r>
              <a:rPr lang="en-US" sz="2000" dirty="0"/>
              <a:t>3. View Booking Details</a:t>
            </a:r>
            <a:br>
              <a:rPr lang="en-US" sz="2000" dirty="0"/>
            </a:br>
            <a:r>
              <a:rPr lang="en-US" sz="2000" dirty="0"/>
              <a:t>4. Cancel Booking</a:t>
            </a:r>
            <a:br>
              <a:rPr lang="en-US" sz="2000" dirty="0"/>
            </a:br>
            <a:r>
              <a:rPr lang="en-US" sz="2000" dirty="0"/>
              <a:t>5. Error Handling</a:t>
            </a:r>
            <a:br>
              <a:rPr lang="en-US" dirty="0"/>
            </a:br>
            <a:endParaRPr lang="en-IN" dirty="0"/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86B186-A561-722C-7E41-E811925D15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053"/>
          <a:stretch>
            <a:fillRect/>
          </a:stretch>
        </p:blipFill>
        <p:spPr>
          <a:xfrm>
            <a:off x="5363033" y="1651925"/>
            <a:ext cx="2723984" cy="157467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65084D0-90D4-DAD5-0738-147A0F35CB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3033" y="3534704"/>
            <a:ext cx="2504451" cy="165135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A441471-3EF1-B938-A592-5E471C9EEE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921"/>
          <a:stretch>
            <a:fillRect/>
          </a:stretch>
        </p:blipFill>
        <p:spPr>
          <a:xfrm>
            <a:off x="8411438" y="3572339"/>
            <a:ext cx="2504451" cy="161371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1D83EFE-6EE5-CBC6-DC9E-A797CF37490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5064" y="1303887"/>
            <a:ext cx="2458171" cy="197606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A4E4D03-F813-0322-EB0D-BFC91D8E6FA8}"/>
              </a:ext>
            </a:extLst>
          </p:cNvPr>
          <p:cNvSpPr txBox="1"/>
          <p:nvPr/>
        </p:nvSpPr>
        <p:spPr>
          <a:xfrm>
            <a:off x="838200" y="3062403"/>
            <a:ext cx="3999506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2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Demonstration:</a:t>
            </a:r>
            <a:br>
              <a:rPr lang="en-US" dirty="0"/>
            </a:br>
            <a:r>
              <a:rPr lang="en-US" dirty="0"/>
              <a:t>• Successfully booked a room and displayed booking details</a:t>
            </a:r>
            <a:br>
              <a:rPr lang="en-US" dirty="0"/>
            </a:br>
            <a:r>
              <a:rPr lang="en-US" dirty="0"/>
              <a:t>• Cancelled booking using Booking ID</a:t>
            </a:r>
            <a:br>
              <a:rPr lang="en-US" dirty="0"/>
            </a:br>
            <a:r>
              <a:rPr lang="en-US" dirty="0"/>
              <a:t>• Verified removal of booking</a:t>
            </a:r>
            <a:br>
              <a:rPr lang="en-US" dirty="0"/>
            </a:br>
            <a:r>
              <a:rPr lang="en-US" dirty="0"/>
              <a:t>• Handled invalid booking with error message</a:t>
            </a:r>
          </a:p>
          <a:p>
            <a:r>
              <a:rPr lang="en-US" dirty="0"/>
              <a:t>         </a:t>
            </a:r>
            <a:endParaRPr lang="en-IN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9FFF0F6-E2E4-F965-719D-9E9452A63BD6}"/>
              </a:ext>
            </a:extLst>
          </p:cNvPr>
          <p:cNvSpPr txBox="1"/>
          <p:nvPr/>
        </p:nvSpPr>
        <p:spPr>
          <a:xfrm>
            <a:off x="1168842" y="5062951"/>
            <a:ext cx="3482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• Demonstrates validation and system reliability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2595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248</TotalTime>
  <Words>355</Words>
  <Application>Microsoft Office PowerPoint</Application>
  <PresentationFormat>Widescreen</PresentationFormat>
  <Paragraphs>51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Algerian</vt:lpstr>
      <vt:lpstr>Arial</vt:lpstr>
      <vt:lpstr>Calibri</vt:lpstr>
      <vt:lpstr>Calibri Light</vt:lpstr>
      <vt:lpstr>Times New Roman</vt:lpstr>
      <vt:lpstr>Wingdings</vt:lpstr>
      <vt:lpstr>Office Theme</vt:lpstr>
      <vt:lpstr>PowerPoint Presentation</vt:lpstr>
      <vt:lpstr>  System Design: (High-level architecture diagram) </vt:lpstr>
      <vt:lpstr>PowerPoint Presentation</vt:lpstr>
      <vt:lpstr>OOP Concepts Used</vt:lpstr>
      <vt:lpstr>TECHNICAL HIGHLIGHT </vt:lpstr>
      <vt:lpstr>Live Demo: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dassrejan@hotmail.com</dc:creator>
  <cp:lastModifiedBy>dassrejan@hotmail.com</cp:lastModifiedBy>
  <cp:revision>9</cp:revision>
  <dcterms:created xsi:type="dcterms:W3CDTF">2026-03-22T07:12:00Z</dcterms:created>
  <dcterms:modified xsi:type="dcterms:W3CDTF">2026-03-22T11:20:56Z</dcterms:modified>
</cp:coreProperties>
</file>